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BFE"/>
    <a:srgbClr val="0E141F"/>
    <a:srgbClr val="0B121C"/>
    <a:srgbClr val="84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E7992-5C7F-4802-98F3-EFE33FB21387}" v="3" dt="2026-04-28T02:04:26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02" y="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I" userId="6159d6d0033824c0" providerId="LiveId" clId="{DE08B494-C1A0-4BA3-B2FB-1C3B9C18D195}"/>
    <pc:docChg chg="undo custSel modSld">
      <pc:chgData name="Ivan I" userId="6159d6d0033824c0" providerId="LiveId" clId="{DE08B494-C1A0-4BA3-B2FB-1C3B9C18D195}" dt="2026-04-28T02:08:33.617" v="170" actId="14861"/>
      <pc:docMkLst>
        <pc:docMk/>
      </pc:docMkLst>
      <pc:sldChg chg="addSp delSp modSp mod">
        <pc:chgData name="Ivan I" userId="6159d6d0033824c0" providerId="LiveId" clId="{DE08B494-C1A0-4BA3-B2FB-1C3B9C18D195}" dt="2026-04-28T02:08:33.617" v="170" actId="14861"/>
        <pc:sldMkLst>
          <pc:docMk/>
          <pc:sldMk cId="0" sldId="256"/>
        </pc:sldMkLst>
        <pc:spChg chg="add del mod">
          <ac:chgData name="Ivan I" userId="6159d6d0033824c0" providerId="LiveId" clId="{DE08B494-C1A0-4BA3-B2FB-1C3B9C18D195}" dt="2026-04-28T02:03:40.388" v="18" actId="478"/>
          <ac:spMkLst>
            <pc:docMk/>
            <pc:sldMk cId="0" sldId="256"/>
            <ac:spMk id="3" creationId="{FECB9FA6-7C65-DA61-C1B2-9C233F3DFEFC}"/>
          </ac:spMkLst>
        </pc:spChg>
        <pc:spChg chg="add mod ord">
          <ac:chgData name="Ivan I" userId="6159d6d0033824c0" providerId="LiveId" clId="{DE08B494-C1A0-4BA3-B2FB-1C3B9C18D195}" dt="2026-04-28T02:05:37.367" v="59" actId="1076"/>
          <ac:spMkLst>
            <pc:docMk/>
            <pc:sldMk cId="0" sldId="256"/>
            <ac:spMk id="6" creationId="{890797ED-A497-996C-DD5B-ADAE5A8D1431}"/>
          </ac:spMkLst>
        </pc:spChg>
        <pc:spChg chg="add mod ord">
          <ac:chgData name="Ivan I" userId="6159d6d0033824c0" providerId="LiveId" clId="{DE08B494-C1A0-4BA3-B2FB-1C3B9C18D195}" dt="2026-04-28T02:04:42.713" v="38" actId="14100"/>
          <ac:spMkLst>
            <pc:docMk/>
            <pc:sldMk cId="0" sldId="256"/>
            <ac:spMk id="7" creationId="{40E3F035-CEDE-9916-9933-EB0708ED2F80}"/>
          </ac:spMkLst>
        </pc:spChg>
        <pc:spChg chg="add del">
          <ac:chgData name="Ivan I" userId="6159d6d0033824c0" providerId="LiveId" clId="{DE08B494-C1A0-4BA3-B2FB-1C3B9C18D195}" dt="2026-04-28T02:06:04.854" v="67" actId="478"/>
          <ac:spMkLst>
            <pc:docMk/>
            <pc:sldMk cId="0" sldId="256"/>
            <ac:spMk id="8" creationId="{227AD07C-0EDB-90F7-D438-F4A99456378D}"/>
          </ac:spMkLst>
        </pc:spChg>
        <pc:spChg chg="add mod">
          <ac:chgData name="Ivan I" userId="6159d6d0033824c0" providerId="LiveId" clId="{DE08B494-C1A0-4BA3-B2FB-1C3B9C18D195}" dt="2026-04-28T02:07:11.478" v="119" actId="207"/>
          <ac:spMkLst>
            <pc:docMk/>
            <pc:sldMk cId="0" sldId="256"/>
            <ac:spMk id="9" creationId="{B0DF3248-82ED-D6D1-ED32-BD53A12722D9}"/>
          </ac:spMkLst>
        </pc:spChg>
        <pc:spChg chg="add mod">
          <ac:chgData name="Ivan I" userId="6159d6d0033824c0" providerId="LiveId" clId="{DE08B494-C1A0-4BA3-B2FB-1C3B9C18D195}" dt="2026-04-28T02:08:17.780" v="165" actId="1038"/>
          <ac:spMkLst>
            <pc:docMk/>
            <pc:sldMk cId="0" sldId="256"/>
            <ac:spMk id="10" creationId="{EEE5EF94-95E0-522F-2FCE-8872726C9496}"/>
          </ac:spMkLst>
        </pc:spChg>
        <pc:spChg chg="add mod">
          <ac:chgData name="Ivan I" userId="6159d6d0033824c0" providerId="LiveId" clId="{DE08B494-C1A0-4BA3-B2FB-1C3B9C18D195}" dt="2026-04-28T02:08:33.617" v="170" actId="14861"/>
          <ac:spMkLst>
            <pc:docMk/>
            <pc:sldMk cId="0" sldId="256"/>
            <ac:spMk id="11" creationId="{585BBA3C-1230-3F76-ECA9-192F3639856E}"/>
          </ac:spMkLst>
        </pc:spChg>
        <pc:picChg chg="mod modCrop">
          <ac:chgData name="Ivan I" userId="6159d6d0033824c0" providerId="LiveId" clId="{DE08B494-C1A0-4BA3-B2FB-1C3B9C18D195}" dt="2026-04-28T02:05:34.159" v="58" actId="732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Ivan I" userId="6159d6d0033824c0" providerId="LiveId" clId="{DE08B494-C1A0-4BA3-B2FB-1C3B9C18D195}" dt="2026-04-28T02:05:52.685" v="65" actId="1076"/>
          <ac:picMkLst>
            <pc:docMk/>
            <pc:sldMk cId="0" sldId="256"/>
            <ac:picMk id="5" creationId="{E47CC535-66CF-5640-D747-5F8C3D3D5DD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E3F035-CEDE-9916-9933-EB0708ED2F80}"/>
              </a:ext>
            </a:extLst>
          </p:cNvPr>
          <p:cNvSpPr/>
          <p:nvPr/>
        </p:nvSpPr>
        <p:spPr>
          <a:xfrm>
            <a:off x="1" y="0"/>
            <a:ext cx="3742840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ateFlow Team Slide Preview.png"/>
          <p:cNvPicPr>
            <a:picLocks noChangeAspect="1"/>
          </p:cNvPicPr>
          <p:nvPr/>
        </p:nvPicPr>
        <p:blipFill>
          <a:blip r:embed="rId2"/>
          <a:srcRect l="-1" t="3107" r="30443" b="2466"/>
          <a:stretch>
            <a:fillRect/>
          </a:stretch>
        </p:blipFill>
        <p:spPr>
          <a:xfrm>
            <a:off x="3211056" y="0"/>
            <a:ext cx="89809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7CC535-66CF-5640-D747-5F8C3D3D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67" y="1170122"/>
            <a:ext cx="3173171" cy="4759756"/>
          </a:xfrm>
          <a:prstGeom prst="round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0797ED-A497-996C-DD5B-ADAE5A8D1431}"/>
              </a:ext>
            </a:extLst>
          </p:cNvPr>
          <p:cNvSpPr/>
          <p:nvPr/>
        </p:nvSpPr>
        <p:spPr>
          <a:xfrm>
            <a:off x="10848490" y="877593"/>
            <a:ext cx="1343510" cy="5215179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DF3248-82ED-D6D1-ED32-BD53A12722D9}"/>
              </a:ext>
            </a:extLst>
          </p:cNvPr>
          <p:cNvSpPr/>
          <p:nvPr/>
        </p:nvSpPr>
        <p:spPr>
          <a:xfrm>
            <a:off x="3961108" y="5402935"/>
            <a:ext cx="4060556" cy="536468"/>
          </a:xfrm>
          <a:prstGeom prst="roundRect">
            <a:avLst/>
          </a:prstGeom>
          <a:solidFill>
            <a:srgbClr val="F7FBFE"/>
          </a:solidFill>
          <a:ln>
            <a:solidFill>
              <a:srgbClr val="84D3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84D3FF"/>
                </a:solidFill>
                <a:latin typeface="CircularStd" panose="020B0604020101020102" pitchFamily="34" charset="0"/>
                <a:cs typeface="CircularStd" panose="020B0604020101020102" pitchFamily="34" charset="0"/>
              </a:rPr>
              <a:t>Upload, Extract, Prioritize, &amp; 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5EF94-95E0-522F-2FCE-8872726C9496}"/>
              </a:ext>
            </a:extLst>
          </p:cNvPr>
          <p:cNvSpPr/>
          <p:nvPr/>
        </p:nvSpPr>
        <p:spPr>
          <a:xfrm>
            <a:off x="8330339" y="1999281"/>
            <a:ext cx="1697065" cy="201478"/>
          </a:xfrm>
          <a:prstGeom prst="rect">
            <a:avLst/>
          </a:prstGeom>
          <a:solidFill>
            <a:srgbClr val="0E141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CircularStd" panose="020B0604020101020102" pitchFamily="34" charset="0"/>
                <a:cs typeface="CircularStd" panose="020B0604020101020102" pitchFamily="34" charset="0"/>
              </a:rPr>
              <a:t>Good evening, Steve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5BBA3C-1230-3F76-ECA9-192F3639856E}"/>
              </a:ext>
            </a:extLst>
          </p:cNvPr>
          <p:cNvSpPr/>
          <p:nvPr/>
        </p:nvSpPr>
        <p:spPr>
          <a:xfrm>
            <a:off x="3742841" y="123825"/>
            <a:ext cx="3173171" cy="1046297"/>
          </a:xfrm>
          <a:prstGeom prst="round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CircularStd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I</cp:lastModifiedBy>
  <cp:revision>1</cp:revision>
  <dcterms:created xsi:type="dcterms:W3CDTF">2013-01-27T09:14:16Z</dcterms:created>
  <dcterms:modified xsi:type="dcterms:W3CDTF">2026-04-28T02:08:35Z</dcterms:modified>
  <cp:category/>
</cp:coreProperties>
</file>